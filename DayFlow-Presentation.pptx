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41732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444752" y="1417320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56032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2487168"/>
            <a:ext cx="2606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59689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Architecture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Task Manager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1887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Stephen Covey's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1481328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Habits of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Highly Effective People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657600" y="252374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enforces the framework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describes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3401568"/>
            <a:ext cx="1508760" cy="1298448"/>
          </a:xfrm>
          <a:prstGeom prst="rect">
            <a:avLst/>
          </a:prstGeom>
          <a:solidFill>
            <a:srgbClr val="16254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4930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21608" y="39502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3401568"/>
            <a:ext cx="1508760" cy="1298448"/>
          </a:xfrm>
          <a:prstGeom prst="rect">
            <a:avLst/>
          </a:prstGeom>
          <a:solidFill>
            <a:srgbClr val="16254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34930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13248" y="39502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3401568"/>
            <a:ext cx="1508760" cy="1298448"/>
          </a:xfrm>
          <a:prstGeom prst="rect">
            <a:avLst/>
          </a:prstGeom>
          <a:solidFill>
            <a:srgbClr val="16254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4930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04888" y="39502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PRODUCTIVITY APPS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capture everything.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enforce nothing.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664208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64208"/>
            <a:ext cx="40233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47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Task Manager Thinking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Unlimited tasks with no constraint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connection to roles or identity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638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Streaks reward activity, not alignment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027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Data lives on one device 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41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Features without a framework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664208"/>
            <a:ext cx="41605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664208"/>
            <a:ext cx="416052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847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Decision Architecture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Hard cap: 3 priorities, 4 roles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724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Every priority tied to a life role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163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Effectiveness Score — behavior alignment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6027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Firebase sync across all devices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4041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Covey framework enforced in UI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COVEY'S 7 HABITS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screen maps to a habit.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it is decorative.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81328"/>
            <a:ext cx="4206240" cy="749808"/>
          </a:xfrm>
          <a:prstGeom prst="rect">
            <a:avLst/>
          </a:prstGeom>
          <a:solidFill>
            <a:srgbClr val="1E5799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81328"/>
            <a:ext cx="50292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36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Proactive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013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of Influence tracker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Proactive language detector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420624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50008"/>
            <a:ext cx="50292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5000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048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the End in Mind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6700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+ Future self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Backward goal planning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4206240" cy="749808"/>
          </a:xfrm>
          <a:prstGeom prst="rect">
            <a:avLst/>
          </a:prstGeom>
          <a:solidFill>
            <a:srgbClr val="2A5298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18688"/>
            <a:ext cx="50292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1868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273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First Things First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5387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priorities enforced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Covey Quadrant matrix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087368"/>
            <a:ext cx="420624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87368"/>
            <a:ext cx="50292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8736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142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Win-Win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4074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Bank Account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Abundance mindset in gratitude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481328"/>
            <a:ext cx="3931920" cy="749808"/>
          </a:xfrm>
          <a:prstGeom prst="rect">
            <a:avLst/>
          </a:prstGeom>
          <a:solidFill>
            <a:srgbClr val="1E5799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481328"/>
            <a:ext cx="50292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48132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5361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to Understand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18013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review prompt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Relationship intention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350008"/>
            <a:ext cx="3931920" cy="749808"/>
          </a:xfrm>
          <a:prstGeom prst="rect">
            <a:avLst/>
          </a:prstGeom>
          <a:solidFill>
            <a:srgbClr val="162D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350008"/>
            <a:ext cx="50292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35000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24048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Synergize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6700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layer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(coming soon)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218688"/>
            <a:ext cx="393192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218688"/>
            <a:ext cx="50292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21868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3273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the Saw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5387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checklist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Habit tracker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Effectiveness Score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streaks. Not activity counts. Behavioral alignment across four dimensions.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1143000" cy="1143000"/>
          </a:xfrm>
          <a:prstGeom prst="ellipse">
            <a:avLst/>
          </a:prstGeom>
          <a:solidFill>
            <a:srgbClr val="F8F9FA"/>
          </a:solidFill>
          <a:ln w="635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1821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tied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defined roles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55448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554480"/>
            <a:ext cx="196596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737360"/>
            <a:ext cx="1143000" cy="1143000"/>
          </a:xfrm>
          <a:prstGeom prst="ellipse">
            <a:avLst/>
          </a:prstGeom>
          <a:solidFill>
            <a:srgbClr val="F8F9FA"/>
          </a:solidFill>
          <a:ln w="635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737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68880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Focus 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31821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 important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not-urgent 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155448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554480"/>
            <a:ext cx="196596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737360"/>
            <a:ext cx="1143000" cy="1143000"/>
          </a:xfrm>
          <a:prstGeom prst="ellipse">
            <a:avLst/>
          </a:prstGeom>
          <a:solidFill>
            <a:srgbClr val="F8F9FA"/>
          </a:solidFill>
          <a:ln w="635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737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17720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1821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energy practices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dimensions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155448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554480"/>
            <a:ext cx="1965960" cy="64008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1737360"/>
            <a:ext cx="1143000" cy="1143000"/>
          </a:xfrm>
          <a:prstGeom prst="ellipse">
            <a:avLst/>
          </a:prstGeom>
          <a:solidFill>
            <a:srgbClr val="F8F9FA"/>
          </a:solidFill>
          <a:ln w="63500">
            <a:solidFill>
              <a:srgbClr val="8B2F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1737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66560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Coverage 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31821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actually served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day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977640"/>
            <a:ext cx="8503920" cy="749808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97764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Score  =  ( Alignment + Q2 Focus + Renewal + Role Coverage )  ÷  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intention  →  Focused day  →  Evening clarity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572768" cy="3566160"/>
          </a:xfrm>
          <a:prstGeom prst="rect">
            <a:avLst/>
          </a:prstGeom>
          <a:solidFill>
            <a:srgbClr val="132036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4358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" y="19385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 Practice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441448"/>
            <a:ext cx="3200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523744"/>
            <a:ext cx="1417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Role-by-role gratitude tied to identity. Values-behavior gap alert. Abundance vs scarcity reframe. Sets Habit 1 mindset.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1170432"/>
            <a:ext cx="1572768" cy="3566160"/>
          </a:xfrm>
          <a:prstGeom prst="rect">
            <a:avLst/>
          </a:prstGeom>
          <a:solidFill>
            <a:srgbClr val="132036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24358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03120" y="148132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76272" y="19385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Coach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24912" y="2441448"/>
            <a:ext cx="3200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2523744"/>
            <a:ext cx="1417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mission, roles, commitments. Surfaces one specific gap between stated identity and today's list.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0" y="1170432"/>
            <a:ext cx="1572768" cy="3566160"/>
          </a:xfrm>
          <a:prstGeom prst="rect">
            <a:avLst/>
          </a:prstGeom>
          <a:solidFill>
            <a:srgbClr val="132036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24358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B9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148132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13632" y="19385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Priorities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62272" y="2441448"/>
            <a:ext cx="3200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2523744"/>
            <a:ext cx="1417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of 3. Each connects to a role. Proactive language detector. Quadrant tagging enforces Q2 thinking.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1170432"/>
            <a:ext cx="1572768" cy="3566160"/>
          </a:xfrm>
          <a:prstGeom prst="rect">
            <a:avLst/>
          </a:prstGeom>
          <a:solidFill>
            <a:srgbClr val="132036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24358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B9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7840" y="148132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50992" y="19385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Alignment Check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9632" y="2441448"/>
            <a:ext cx="3200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523744"/>
            <a:ext cx="1417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role served or not. Feeds Role Coverage score. Renewal checklist for all four dimensions.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70432"/>
            <a:ext cx="1572768" cy="3566160"/>
          </a:xfrm>
          <a:prstGeom prst="rect">
            <a:avLst/>
          </a:prstGeom>
          <a:solidFill>
            <a:srgbClr val="132036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124358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0" y="148132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🌙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388352" y="19385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Review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36992" y="2441448"/>
            <a:ext cx="3200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2523744"/>
            <a:ext cx="1417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 learn? Where did I seek to understand? What is one proactive move for tomorrow?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screens. All connected. All grounded in Covey.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0700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check, AI coach, top 3, alignment, renewal, EIM check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3852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Q2 planning + weekly commitments per role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7004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 Mind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9992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statement, future self, values, role definitions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0156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930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730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tracking + Emotional Bank Account deposits/withdrawals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13308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3308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462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rings + Values-behavior gap + 4 structured prompts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20700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20700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2984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1536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synthesis of your week with one specific recommendation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93852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93852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029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Influence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22677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of Influence vs Concern tracker with AI classification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67004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67004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29992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role coverage heatmap — behavioral drift made visible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40156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40156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4930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730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planning from end state with AI milestone generation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413308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4133088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224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92040" y="4462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7 tracker with 7-day view and streak counting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Cloud-synced. AI-powered.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Privacy-first.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36192"/>
            <a:ext cx="41148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7335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7007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sync. Every save writes to localStorage instantly and to Firestore in the background. Data follows you across every device automatically.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41148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0040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3227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(Free)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53872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coaching, mission drafting, milestone generation, Circle of Influence classification. 1,500 requests per day at no cost.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536192"/>
            <a:ext cx="41148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7335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0" y="17007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dependencies. No build step. No framework. Deploy to GitHub Pages in 60 seconds — just replace index.html and push.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20040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3227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Storage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353872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for instant UI response with no perceived lag. Firestore for persistence. Works offline. Syncs on reconnect.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GitHub Pages  ·  filipefa1998-sudo.github.io/dayflow-planner/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coming next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07008"/>
            <a:ext cx="1188720" cy="10789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137160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Accountability partner mode — share weekly score with one trusted person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64208" y="177393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Firebase Authentication — tie data to a Google account, not just a device profile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41448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41448"/>
            <a:ext cx="1188720" cy="107899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41448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64208" y="260604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Calendar integration — see role commitments vs actual schedule side-by-side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64208" y="300837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Role progress trend lines — 90-day effectiveness trajectory per role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75888"/>
            <a:ext cx="1188720" cy="1078992"/>
          </a:xfrm>
          <a:prstGeom prst="rect">
            <a:avLst/>
          </a:prstGeom>
          <a:solidFill>
            <a:srgbClr val="9AAABE"/>
          </a:solidFill>
          <a:ln w="12700">
            <a:solidFill>
              <a:srgbClr val="9AAA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75888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64208" y="38404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Voice-first morning input — speak priorities and gratitude instead of typing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64208" y="42428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Team mode — shared roles and commitments for couples or small groups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690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next step is 30 days of consistent use — not more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1188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"Effectiveness is doing the right things."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Stephen Covey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1828800"/>
            <a:ext cx="1645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DayFlow makes sure you're doing the right things.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30752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70432" y="37307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37947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v3.3  ·  Decision Architecture  ·  Built on Covey's 7 Habits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4096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filipefa1998-sudo.github.io/dayflow-planner/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DayFlow — Decision Architecture</dc:title>
  <dc:subject>PptxGenJS Presentation</dc:subject>
  <dc:creator>Filipe</dc:creator>
  <cp:lastModifiedBy>Filipe</cp:lastModifiedBy>
  <cp:revision>1</cp:revision>
  <dcterms:created xsi:type="dcterms:W3CDTF">2026-04-09T06:00:22Z</dcterms:created>
  <dcterms:modified xsi:type="dcterms:W3CDTF">2026-04-09T06:00:22Z</dcterms:modified>
</cp:coreProperties>
</file>